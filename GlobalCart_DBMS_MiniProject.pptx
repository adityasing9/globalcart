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GlobalCart - Digital Products Marketplace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DBMS Mini Project Presentation</a:t>
            </a:r>
          </a:p>
          <a:p/>
          <a:p>
            <a:r>
              <a:t>Database Management Systems Laboratory</a:t>
            </a:r>
          </a:p>
          <a:p/>
          <a:p>
            <a:r>
              <a:t>Team Members:</a:t>
            </a:r>
          </a:p>
          <a:p>
            <a:r>
              <a:t>Aaditya Singh (1TD24AI002)</a:t>
            </a:r>
          </a:p>
          <a:p>
            <a:r>
              <a:t>Harsha Vardhan (1BY25AI411)</a:t>
            </a:r>
          </a:p>
          <a:p>
            <a:r>
              <a:t>Vishal Kumar (1TD24AI188)</a:t>
            </a:r>
          </a:p>
          <a:p>
            <a:r>
              <a:t>Chalapathi (1BY25AI411)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What is GlobalCart? A modern e-commerce platform designed exclusively for digital products (e-books, software, courses).</a:t>
            </a:r>
          </a:p>
          <a:p>
            <a:pPr/>
            <a:r>
              <a:t>Objective: To build a robust, scalable database-driven web application that handles user authentication, product catalogs, and order processing.</a:t>
            </a:r>
          </a:p>
          <a:p>
            <a:pPr/>
            <a:r>
              <a:t>Why we built it: Traditional e-commerce sites are optimized for physical goods. We wanted to create a seamless, instant-delivery marketplace relying on a highly structured relational database.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Frontend (Client-Side): HTML5, Vanilla JavaScript, and a Premium Custom CSS framework (Glassmorphism design).</a:t>
            </a:r>
          </a:p>
          <a:p>
            <a:pPr/>
            <a:r>
              <a:t>Backend (Server-Side): Python with Flask (Lightweight and fast API routing).</a:t>
            </a:r>
          </a:p>
          <a:p>
            <a:pPr/>
            <a:r>
              <a:t>Database Management System: MySQL</a:t>
            </a:r>
          </a:p>
          <a:p>
            <a:pPr/>
            <a:r>
              <a:t>Architecture: Single Page Application (SPA) communicating with a RESTful Flask API, which connects securely to the MySQL database using connection pooling.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Entity-Relationship (E-R)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The database revolves around 5 core entities:</a:t>
            </a:r>
          </a:p>
          <a:p>
            <a:pPr/>
            <a:r>
              <a:t>Users: Stores customer &amp; admin credentials securely.</a:t>
            </a:r>
          </a:p>
          <a:p>
            <a:pPr/>
            <a:r>
              <a:t>Products: Stores digital item metadata (title, price, category, file path).</a:t>
            </a:r>
          </a:p>
          <a:p>
            <a:pPr/>
            <a:r>
              <a:t>Cart: Temporary storage for items a user intends to buy.</a:t>
            </a:r>
          </a:p>
          <a:p>
            <a:pPr/>
            <a:r>
              <a:t>Orders: Tracks successful checkouts and payment methods.</a:t>
            </a:r>
          </a:p>
          <a:p>
            <a:pPr/>
            <a:r>
              <a:t>Order Items: Resolves the Many-to-Many relationship between Orders and Products.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Relational Schema &amp;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users (id PK, username, email UNIQUE, password_hash, role)</a:t>
            </a:r>
          </a:p>
          <a:p>
            <a:pPr/>
            <a:r>
              <a:t>products (id PK, title, price, category, image_url)</a:t>
            </a:r>
          </a:p>
          <a:p>
            <a:pPr/>
            <a:r>
              <a:t>cart (id PK, user_id FK, product_id FK, quantity)</a:t>
            </a:r>
          </a:p>
          <a:p>
            <a:pPr/>
            <a:r>
              <a:t>orders (id PK, user_id FK, total_amount, status)</a:t>
            </a:r>
          </a:p>
          <a:p>
            <a:pPr/>
            <a:r>
              <a:t>order_items (id PK, order_id FK, product_id FK, price_at_time)</a:t>
            </a:r>
          </a:p>
          <a:p>
            <a:pPr/>
            <a:r>
              <a:t>Key DBMS Concepts Used: Primary Keys, Foreign Keys (Referential Integrity), UNIQUE constraints, and ON DELETE CASCADE.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Demonstrated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Secure Authentication: User registration and login using hashed passwords.</a:t>
            </a:r>
          </a:p>
          <a:p>
            <a:pPr/>
            <a:r>
              <a:t>Dynamic Product Catalog: Products fetched and rendered directly from the MySQL database.</a:t>
            </a:r>
          </a:p>
          <a:p>
            <a:pPr/>
            <a:r>
              <a:t>Cart Management: Real-time updates to the cart table when users add or remove digital items.</a:t>
            </a:r>
          </a:p>
          <a:p>
            <a:pPr/>
            <a:r>
              <a:t>Checkout Processing: Transactional inserts generating Order IDs and linking Order Items.</a:t>
            </a:r>
          </a:p>
          <a:p>
            <a:pPr/>
            <a:r>
              <a:t>Admin Dashboard: Database aggregation queries to show total sales, active users, and recent orders.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Connection Pooling: We used mysql.connector.pooling to efficiently manage multiple simultaneous database connections without crashing.</a:t>
            </a:r>
          </a:p>
          <a:p>
            <a:pPr/>
            <a:r>
              <a:t>Security: Implemented secure session-based API endpoints to prevent unauthorized database access.</a:t>
            </a:r>
          </a:p>
          <a:p>
            <a:pPr/>
            <a:r>
              <a:t>Responsive UI: The frontend handles data instantly without reloading the page, communicating with Python via fetch() API calls.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Conclusion: Successfully integrated a complex MySQL relational database with a modern web interface, demonstrating practical DBMS concepts.</a:t>
            </a:r>
          </a:p>
          <a:p>
            <a:pPr/>
            <a:r>
              <a:t>Future Scope:</a:t>
            </a:r>
          </a:p>
          <a:p>
            <a:pPr lvl="1"/>
            <a:r>
              <a:t> - Implement triggers for automated inventory/sales tracking.</a:t>
            </a:r>
          </a:p>
          <a:p>
            <a:pPr lvl="1"/>
            <a:r>
              <a:t> - Add advanced search algorithms using SQL LIKE and FULLTEXT indexing.</a:t>
            </a:r>
          </a:p>
          <a:p>
            <a:pPr lvl="1"/>
            <a:r>
              <a:t> - Integrate a real payment gateway (like Stripe or Razorpay).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  <a:p/>
          <a:p>
            <a: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